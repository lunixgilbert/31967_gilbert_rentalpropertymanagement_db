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45" d="100"/>
          <a:sy n="45" d="100"/>
        </p:scale>
        <p:origin x="810"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F4E8F78-395B-484D-A2F5-B00B3F87901D}"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4C6D14-9634-4D60-96B2-501F60B36BF7}" type="slidenum">
              <a:rPr lang="en-US" smtClean="0"/>
              <a:t>‹#›</a:t>
            </a:fld>
            <a:endParaRPr lang="en-US"/>
          </a:p>
        </p:txBody>
      </p:sp>
    </p:spTree>
    <p:extLst>
      <p:ext uri="{BB962C8B-B14F-4D97-AF65-F5344CB8AC3E}">
        <p14:creationId xmlns:p14="http://schemas.microsoft.com/office/powerpoint/2010/main" val="2789198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F4E8F78-395B-484D-A2F5-B00B3F87901D}"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4C6D14-9634-4D60-96B2-501F60B36BF7}" type="slidenum">
              <a:rPr lang="en-US" smtClean="0"/>
              <a:t>‹#›</a:t>
            </a:fld>
            <a:endParaRPr lang="en-US"/>
          </a:p>
        </p:txBody>
      </p:sp>
    </p:spTree>
    <p:extLst>
      <p:ext uri="{BB962C8B-B14F-4D97-AF65-F5344CB8AC3E}">
        <p14:creationId xmlns:p14="http://schemas.microsoft.com/office/powerpoint/2010/main" val="1124812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F4E8F78-395B-484D-A2F5-B00B3F87901D}"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4C6D14-9634-4D60-96B2-501F60B36BF7}" type="slidenum">
              <a:rPr lang="en-US" smtClean="0"/>
              <a:t>‹#›</a:t>
            </a:fld>
            <a:endParaRPr lang="en-US"/>
          </a:p>
        </p:txBody>
      </p:sp>
    </p:spTree>
    <p:extLst>
      <p:ext uri="{BB962C8B-B14F-4D97-AF65-F5344CB8AC3E}">
        <p14:creationId xmlns:p14="http://schemas.microsoft.com/office/powerpoint/2010/main" val="1367790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F4E8F78-395B-484D-A2F5-B00B3F87901D}"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4C6D14-9634-4D60-96B2-501F60B36BF7}" type="slidenum">
              <a:rPr lang="en-US" smtClean="0"/>
              <a:t>‹#›</a:t>
            </a:fld>
            <a:endParaRPr lang="en-US"/>
          </a:p>
        </p:txBody>
      </p:sp>
    </p:spTree>
    <p:extLst>
      <p:ext uri="{BB962C8B-B14F-4D97-AF65-F5344CB8AC3E}">
        <p14:creationId xmlns:p14="http://schemas.microsoft.com/office/powerpoint/2010/main" val="4334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F4E8F78-395B-484D-A2F5-B00B3F87901D}" type="datetimeFigureOut">
              <a:rPr lang="en-US" smtClean="0"/>
              <a:t>7/9/2026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4C6D14-9634-4D60-96B2-501F60B36BF7}" type="slidenum">
              <a:rPr lang="en-US" smtClean="0"/>
              <a:t>‹#›</a:t>
            </a:fld>
            <a:endParaRPr lang="en-US"/>
          </a:p>
        </p:txBody>
      </p:sp>
    </p:spTree>
    <p:extLst>
      <p:ext uri="{BB962C8B-B14F-4D97-AF65-F5344CB8AC3E}">
        <p14:creationId xmlns:p14="http://schemas.microsoft.com/office/powerpoint/2010/main" val="685579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F4E8F78-395B-484D-A2F5-B00B3F87901D}" type="datetimeFigureOut">
              <a:rPr lang="en-US" smtClean="0"/>
              <a:t>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4C6D14-9634-4D60-96B2-501F60B36BF7}" type="slidenum">
              <a:rPr lang="en-US" smtClean="0"/>
              <a:t>‹#›</a:t>
            </a:fld>
            <a:endParaRPr lang="en-US"/>
          </a:p>
        </p:txBody>
      </p:sp>
    </p:spTree>
    <p:extLst>
      <p:ext uri="{BB962C8B-B14F-4D97-AF65-F5344CB8AC3E}">
        <p14:creationId xmlns:p14="http://schemas.microsoft.com/office/powerpoint/2010/main" val="1535062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4E8F78-395B-484D-A2F5-B00B3F87901D}" type="datetimeFigureOut">
              <a:rPr lang="en-US" smtClean="0"/>
              <a:t>7/9/2026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4C6D14-9634-4D60-96B2-501F60B36BF7}" type="slidenum">
              <a:rPr lang="en-US" smtClean="0"/>
              <a:t>‹#›</a:t>
            </a:fld>
            <a:endParaRPr lang="en-US"/>
          </a:p>
        </p:txBody>
      </p:sp>
    </p:spTree>
    <p:extLst>
      <p:ext uri="{BB962C8B-B14F-4D97-AF65-F5344CB8AC3E}">
        <p14:creationId xmlns:p14="http://schemas.microsoft.com/office/powerpoint/2010/main" val="3153775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F4E8F78-395B-484D-A2F5-B00B3F87901D}"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4C6D14-9634-4D60-96B2-501F60B36BF7}" type="slidenum">
              <a:rPr lang="en-US" smtClean="0"/>
              <a:t>‹#›</a:t>
            </a:fld>
            <a:endParaRPr lang="en-US"/>
          </a:p>
        </p:txBody>
      </p:sp>
    </p:spTree>
    <p:extLst>
      <p:ext uri="{BB962C8B-B14F-4D97-AF65-F5344CB8AC3E}">
        <p14:creationId xmlns:p14="http://schemas.microsoft.com/office/powerpoint/2010/main" val="1178334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F4E8F78-395B-484D-A2F5-B00B3F87901D}"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4C6D14-9634-4D60-96B2-501F60B36BF7}" type="slidenum">
              <a:rPr lang="en-US" smtClean="0"/>
              <a:t>‹#›</a:t>
            </a:fld>
            <a:endParaRPr lang="en-US"/>
          </a:p>
        </p:txBody>
      </p:sp>
    </p:spTree>
    <p:extLst>
      <p:ext uri="{BB962C8B-B14F-4D97-AF65-F5344CB8AC3E}">
        <p14:creationId xmlns:p14="http://schemas.microsoft.com/office/powerpoint/2010/main" val="832085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F4E8F78-395B-484D-A2F5-B00B3F87901D}"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4C6D14-9634-4D60-96B2-501F60B36BF7}" type="slidenum">
              <a:rPr lang="en-US" smtClean="0"/>
              <a:t>‹#›</a:t>
            </a:fld>
            <a:endParaRPr lang="en-US"/>
          </a:p>
        </p:txBody>
      </p:sp>
    </p:spTree>
    <p:extLst>
      <p:ext uri="{BB962C8B-B14F-4D97-AF65-F5344CB8AC3E}">
        <p14:creationId xmlns:p14="http://schemas.microsoft.com/office/powerpoint/2010/main" val="1500962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F4E8F78-395B-484D-A2F5-B00B3F87901D}"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4C6D14-9634-4D60-96B2-501F60B36BF7}" type="slidenum">
              <a:rPr lang="en-US" smtClean="0"/>
              <a:t>‹#›</a:t>
            </a:fld>
            <a:endParaRPr lang="en-US"/>
          </a:p>
        </p:txBody>
      </p:sp>
    </p:spTree>
    <p:extLst>
      <p:ext uri="{BB962C8B-B14F-4D97-AF65-F5344CB8AC3E}">
        <p14:creationId xmlns:p14="http://schemas.microsoft.com/office/powerpoint/2010/main" val="3320162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4E8F78-395B-484D-A2F5-B00B3F87901D}" type="datetimeFigureOut">
              <a:rPr lang="en-US" smtClean="0"/>
              <a:t>7/9/2026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4C6D14-9634-4D60-96B2-501F60B36BF7}" type="slidenum">
              <a:rPr lang="en-US" smtClean="0"/>
              <a:t>‹#›</a:t>
            </a:fld>
            <a:endParaRPr lang="en-US"/>
          </a:p>
        </p:txBody>
      </p:sp>
    </p:spTree>
    <p:extLst>
      <p:ext uri="{BB962C8B-B14F-4D97-AF65-F5344CB8AC3E}">
        <p14:creationId xmlns:p14="http://schemas.microsoft.com/office/powerpoint/2010/main" val="26658739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900" b="1" dirty="0" smtClean="0"/>
              <a:t>Project name </a:t>
            </a:r>
            <a:r>
              <a:rPr lang="en-US" dirty="0" smtClean="0"/>
              <a:t>:</a:t>
            </a:r>
            <a:r>
              <a:rPr lang="en-US" sz="5300" b="1" i="1" u="sng" dirty="0" smtClean="0">
                <a:solidFill>
                  <a:srgbClr val="FF0000"/>
                </a:solidFill>
              </a:rPr>
              <a:t>Rental Property Management System</a:t>
            </a:r>
            <a:endParaRPr lang="en-US" sz="5300" b="1" i="1" u="sng" dirty="0">
              <a:solidFill>
                <a:srgbClr val="FF0000"/>
              </a:solidFill>
            </a:endParaRPr>
          </a:p>
        </p:txBody>
      </p:sp>
      <p:sp>
        <p:nvSpPr>
          <p:cNvPr id="3" name="Content Placeholder 2"/>
          <p:cNvSpPr>
            <a:spLocks noGrp="1"/>
          </p:cNvSpPr>
          <p:nvPr>
            <p:ph idx="1"/>
          </p:nvPr>
        </p:nvSpPr>
        <p:spPr>
          <a:xfrm>
            <a:off x="838200" y="2059541"/>
            <a:ext cx="10515600" cy="4351338"/>
          </a:xfrm>
        </p:spPr>
        <p:txBody>
          <a:bodyPr/>
          <a:lstStyle/>
          <a:p>
            <a:r>
              <a:rPr lang="en-US" sz="4000" b="1" dirty="0" smtClean="0"/>
              <a:t>Problem</a:t>
            </a:r>
            <a:r>
              <a:rPr lang="en-US" b="1" dirty="0" smtClean="0"/>
              <a:t>:</a:t>
            </a:r>
            <a:r>
              <a:rPr lang="en-US" dirty="0" smtClean="0"/>
              <a:t> Independent landlords and small property management agencies in Rwanda typically manage tenants, leases, and rent collection manually (paper or spreadsheets), leading to missed payments, lease renewal oversights, and no visibility into occupancy or revenue.</a:t>
            </a:r>
          </a:p>
          <a:p>
            <a:r>
              <a:rPr lang="en-US" sz="3600" b="1" dirty="0" smtClean="0"/>
              <a:t>Context of use</a:t>
            </a:r>
            <a:r>
              <a:rPr lang="en-US" b="1" dirty="0" smtClean="0"/>
              <a:t>:</a:t>
            </a:r>
            <a:r>
              <a:rPr lang="en-US" dirty="0" smtClean="0"/>
              <a:t> A small-to-mid-size property management office managing multiple residential/commercial properties on behalf of landlords.</a:t>
            </a:r>
          </a:p>
        </p:txBody>
      </p:sp>
    </p:spTree>
    <p:extLst>
      <p:ext uri="{BB962C8B-B14F-4D97-AF65-F5344CB8AC3E}">
        <p14:creationId xmlns:p14="http://schemas.microsoft.com/office/powerpoint/2010/main" val="4000819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4763" y="4040372"/>
            <a:ext cx="10228521" cy="2246769"/>
          </a:xfrm>
          <a:prstGeom prst="rect">
            <a:avLst/>
          </a:prstGeom>
        </p:spPr>
        <p:txBody>
          <a:bodyPr wrap="square">
            <a:spAutoFit/>
          </a:bodyPr>
          <a:lstStyle/>
          <a:p>
            <a:r>
              <a:rPr lang="en-US" sz="4400" b="1" dirty="0" smtClean="0"/>
              <a:t>Objectives:</a:t>
            </a:r>
            <a:endParaRPr lang="en-US" sz="4400" dirty="0" smtClean="0"/>
          </a:p>
          <a:p>
            <a:pPr>
              <a:buFont typeface="Arial" panose="020B0604020202020204" pitchFamily="34" charset="0"/>
              <a:buChar char="•"/>
            </a:pPr>
            <a:r>
              <a:rPr lang="en-US" sz="3200" dirty="0" smtClean="0"/>
              <a:t>Track properties, units, tenants, and lease agreements</a:t>
            </a:r>
          </a:p>
          <a:p>
            <a:pPr>
              <a:buFont typeface="Arial" panose="020B0604020202020204" pitchFamily="34" charset="0"/>
              <a:buChar char="•"/>
            </a:pPr>
            <a:r>
              <a:rPr lang="en-US" sz="3200" dirty="0" smtClean="0"/>
              <a:t>Automate rent invoicing and payment tracking</a:t>
            </a:r>
          </a:p>
          <a:p>
            <a:pPr>
              <a:buFont typeface="Arial" panose="020B0604020202020204" pitchFamily="34" charset="0"/>
              <a:buChar char="•"/>
            </a:pPr>
            <a:r>
              <a:rPr lang="en-US" sz="3200" dirty="0" smtClean="0"/>
              <a:t>Track maintenance requests per unit</a:t>
            </a:r>
          </a:p>
        </p:txBody>
      </p:sp>
      <p:sp>
        <p:nvSpPr>
          <p:cNvPr id="3" name="Rectangle 2"/>
          <p:cNvSpPr/>
          <p:nvPr/>
        </p:nvSpPr>
        <p:spPr>
          <a:xfrm>
            <a:off x="1091609" y="809203"/>
            <a:ext cx="6096000" cy="1754326"/>
          </a:xfrm>
          <a:prstGeom prst="rect">
            <a:avLst/>
          </a:prstGeom>
        </p:spPr>
        <p:txBody>
          <a:bodyPr>
            <a:spAutoFit/>
          </a:bodyPr>
          <a:lstStyle/>
          <a:p>
            <a:r>
              <a:rPr lang="en-US" sz="4400" b="1" u="sng" dirty="0" smtClean="0"/>
              <a:t>Target users</a:t>
            </a:r>
            <a:r>
              <a:rPr lang="en-US" sz="3200" b="1" dirty="0" smtClean="0"/>
              <a:t>:</a:t>
            </a:r>
            <a:r>
              <a:rPr lang="en-US" sz="3200" dirty="0" smtClean="0"/>
              <a:t> Property managers/admins, landlords (view-only), accountants/finance staff.</a:t>
            </a:r>
            <a:endParaRPr lang="en-US" sz="3200" dirty="0"/>
          </a:p>
        </p:txBody>
      </p:sp>
    </p:spTree>
    <p:extLst>
      <p:ext uri="{BB962C8B-B14F-4D97-AF65-F5344CB8AC3E}">
        <p14:creationId xmlns:p14="http://schemas.microsoft.com/office/powerpoint/2010/main" val="2788009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6307" y="4349567"/>
            <a:ext cx="7910622" cy="1384995"/>
          </a:xfrm>
          <a:prstGeom prst="rect">
            <a:avLst/>
          </a:prstGeom>
        </p:spPr>
        <p:txBody>
          <a:bodyPr wrap="square">
            <a:spAutoFit/>
          </a:bodyPr>
          <a:lstStyle/>
          <a:p>
            <a:r>
              <a:rPr lang="en-US" sz="3600" b="1" dirty="0" smtClean="0"/>
              <a:t>EXPECTED BENEFITS</a:t>
            </a:r>
            <a:r>
              <a:rPr lang="en-US" sz="2400" b="1" dirty="0" smtClean="0"/>
              <a:t>:</a:t>
            </a:r>
            <a:r>
              <a:rPr lang="en-US" sz="2400" dirty="0" smtClean="0"/>
              <a:t> Reduced missed payments, clear lease renewal visibility, faster maintenance response, data-driven decisions for landlords.</a:t>
            </a:r>
            <a:endParaRPr lang="en-US" sz="2400" dirty="0"/>
          </a:p>
        </p:txBody>
      </p:sp>
      <p:sp>
        <p:nvSpPr>
          <p:cNvPr id="3" name="Rectangle 2"/>
          <p:cNvSpPr/>
          <p:nvPr/>
        </p:nvSpPr>
        <p:spPr>
          <a:xfrm>
            <a:off x="666307" y="519930"/>
            <a:ext cx="5606902" cy="2677656"/>
          </a:xfrm>
          <a:prstGeom prst="rect">
            <a:avLst/>
          </a:prstGeom>
        </p:spPr>
        <p:txBody>
          <a:bodyPr wrap="square">
            <a:spAutoFit/>
          </a:bodyPr>
          <a:lstStyle/>
          <a:p>
            <a:pPr>
              <a:buFont typeface="Arial" panose="020B0604020202020204" pitchFamily="34" charset="0"/>
              <a:buChar char="•"/>
            </a:pPr>
            <a:r>
              <a:rPr lang="en-US" sz="2800" dirty="0" smtClean="0"/>
              <a:t>Enforce business rules (no transactions on weekdays/holidays)</a:t>
            </a:r>
          </a:p>
          <a:p>
            <a:pPr>
              <a:buFont typeface="Arial" panose="020B0604020202020204" pitchFamily="34" charset="0"/>
              <a:buChar char="•"/>
            </a:pPr>
            <a:r>
              <a:rPr lang="en-US" sz="2800" dirty="0" smtClean="0"/>
              <a:t>Provide audit trail of all data changes</a:t>
            </a:r>
          </a:p>
          <a:p>
            <a:pPr>
              <a:buFont typeface="Arial" panose="020B0604020202020204" pitchFamily="34" charset="0"/>
              <a:buChar char="•"/>
            </a:pPr>
            <a:r>
              <a:rPr lang="en-US" sz="2800" dirty="0" smtClean="0"/>
              <a:t>Provide analytics on occupancy and revenue (innovation component)</a:t>
            </a:r>
            <a:endParaRPr lang="en-US" sz="2800" dirty="0"/>
          </a:p>
        </p:txBody>
      </p:sp>
    </p:spTree>
    <p:extLst>
      <p:ext uri="{BB962C8B-B14F-4D97-AF65-F5344CB8AC3E}">
        <p14:creationId xmlns:p14="http://schemas.microsoft.com/office/powerpoint/2010/main" val="2841617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151</Words>
  <Application>Microsoft Office PowerPoint</Application>
  <PresentationFormat>Widescreen</PresentationFormat>
  <Paragraphs>12</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Project name :Rental Property Management System</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olivier nsengiyumva</dc:creator>
  <cp:lastModifiedBy>olivier nsengiyumva</cp:lastModifiedBy>
  <cp:revision>5</cp:revision>
  <dcterms:created xsi:type="dcterms:W3CDTF">2026-07-09T08:57:24Z</dcterms:created>
  <dcterms:modified xsi:type="dcterms:W3CDTF">2026-07-09T09:45:32Z</dcterms:modified>
</cp:coreProperties>
</file>